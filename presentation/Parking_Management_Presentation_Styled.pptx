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spcAft>
                <a:spcPts val="600"/>
              </a:spcAft>
              <a:defRPr sz="3800" b="1">
                <a:solidFill>
                  <a:srgbClr val="1F2937"/>
                </a:solidFill>
              </a:defRPr>
            </a:pPr>
            <a:r>
              <a:rPr sz="4400" b="1">
                <a:solidFill>
                  <a:srgbClr val="0F172A"/>
                </a:solidFill>
                <a:latin typeface="Segoe UI"/>
              </a:rPr>
              <a:t>Parking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374151"/>
                </a:solidFill>
              </a:defRPr>
            </a:pPr>
            <a:r>
              <a:rPr sz="2400">
                <a:solidFill>
                  <a:srgbClr val="1F2937"/>
                </a:solidFill>
                <a:latin typeface="Segoe UI"/>
              </a:rPr>
              <a:t>Team:</a:t>
            </a:r>
          </a:p>
          <a:p>
            <a:pPr algn="ctr">
              <a:defRPr sz="2000">
                <a:solidFill>
                  <a:srgbClr val="374151"/>
                </a:solidFill>
              </a:defRPr>
            </a:pPr>
            <a:r>
              <a:rPr sz="2400">
                <a:solidFill>
                  <a:srgbClr val="1F2937"/>
                </a:solidFill>
                <a:latin typeface="Segoe UI"/>
              </a:rPr>
              <a:t>Askarbekov Bayel</a:t>
            </a:r>
          </a:p>
          <a:p>
            <a:pPr algn="ctr">
              <a:defRPr sz="2000">
                <a:solidFill>
                  <a:srgbClr val="374151"/>
                </a:solidFill>
              </a:defRPr>
            </a:pPr>
            <a:r>
              <a:rPr sz="2400">
                <a:solidFill>
                  <a:srgbClr val="1F2937"/>
                </a:solidFill>
                <a:latin typeface="Segoe UI"/>
              </a:rPr>
              <a:t>Sultanova Nurjanat</a:t>
            </a:r>
          </a:p>
        </p:txBody>
      </p:sp>
      <p:sp>
        <p:nvSpPr>
          <p:cNvPr id="4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7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Aft>
                <a:spcPts val="600"/>
              </a:spcAft>
              <a:defRPr sz="3800" b="1">
                <a:solidFill>
                  <a:srgbClr val="1F2937"/>
                </a:solidFill>
              </a:defRPr>
            </a:pPr>
            <a:r>
              <a:rPr sz="3400" b="1">
                <a:solidFill>
                  <a:srgbClr val="0F172A"/>
                </a:solidFill>
                <a:latin typeface="Segoe U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Purpose: automate parking operations in a desktop application.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Significance: reduces manual errors, speeds up entry/exit, and keeps data consistent.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Architecture choice: MVC + DAO for clean separation of responsibilities.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Team roles: Sultanova Nurjanat - database; Askarbekov Bayel - application logic and GUI.</a:t>
            </a:r>
          </a:p>
        </p:txBody>
      </p:sp>
      <p:sp>
        <p:nvSpPr>
          <p:cNvPr id="4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7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Aft>
                <a:spcPts val="600"/>
              </a:spcAft>
              <a:defRPr sz="3800" b="1">
                <a:solidFill>
                  <a:srgbClr val="1F2937"/>
                </a:solidFill>
              </a:defRPr>
            </a:pPr>
            <a:r>
              <a:rPr sz="3400" b="1">
                <a:solidFill>
                  <a:srgbClr val="0F172A"/>
                </a:solidFill>
                <a:latin typeface="Segoe UI"/>
              </a:rPr>
              <a:t>Project Requirements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1. Register vehicle entry with plate, type, and parking hours.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2. Auto-assign a suitable free parking spot by vehicle type.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3. Generate and store parking tickets in SQLite.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4. Register vehicle exit by ticket ID.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5. Calculate payment with base price and overtime fine.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6. Display active tickets in a GUI table.</a:t>
            </a:r>
          </a:p>
        </p:txBody>
      </p:sp>
      <p:sp>
        <p:nvSpPr>
          <p:cNvPr id="4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7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Aft>
                <a:spcPts val="600"/>
              </a:spcAft>
              <a:defRPr sz="3800" b="1">
                <a:solidFill>
                  <a:srgbClr val="1F2937"/>
                </a:solidFill>
              </a:defRPr>
            </a:pPr>
            <a:r>
              <a:rPr sz="3400" b="1">
                <a:solidFill>
                  <a:srgbClr val="0F172A"/>
                </a:solidFill>
                <a:latin typeface="Segoe UI"/>
              </a:rPr>
              <a:t>Project Requirements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7. Show live dashboard: total, free, occupied spots, active tickets.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8. Validate invalid user input and display error notifications.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9. Persist all data in SQLite database.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10. Use DAO classes for CRUD operations.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11. Provide multiple database reports (5+).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12. Cover model logic with unit tests.</a:t>
            </a:r>
          </a:p>
        </p:txBody>
      </p:sp>
      <p:sp>
        <p:nvSpPr>
          <p:cNvPr id="4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7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Aft>
                <a:spcPts val="600"/>
              </a:spcAft>
              <a:defRPr sz="3800" b="1">
                <a:solidFill>
                  <a:srgbClr val="1F2937"/>
                </a:solidFill>
              </a:defRPr>
            </a:pPr>
            <a:r>
              <a:rPr sz="3400" b="1">
                <a:solidFill>
                  <a:srgbClr val="0F172A"/>
                </a:solidFill>
                <a:latin typeface="Segoe UI"/>
              </a:rPr>
              <a:t>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Main file: parking_management_system.py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Model: ParkingModel handles validation, pricing, and parking workflows.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DAO layer: VehicleDAO, SpotDAO, TicketDAO, ReportDAO encapsulate SQL.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View: ParkingView (Tkinter UI: forms, dashboard, active tickets, reports).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Controller: ParkingController binds UI actions to model methods.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Tests: test_parking_model.py validates core model scenarios.</a:t>
            </a:r>
          </a:p>
        </p:txBody>
      </p:sp>
      <p:sp>
        <p:nvSpPr>
          <p:cNvPr id="4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7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Aft>
                <a:spcPts val="600"/>
              </a:spcAft>
              <a:defRPr sz="3800" b="1">
                <a:solidFill>
                  <a:srgbClr val="1F2937"/>
                </a:solidFill>
              </a:defRPr>
            </a:pPr>
            <a:r>
              <a:rPr sz="3400" b="1">
                <a:solidFill>
                  <a:srgbClr val="0F172A"/>
                </a:solidFill>
                <a:latin typeface="Segoe UI"/>
              </a:rPr>
              <a:t>Code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Entry flow: UI button -&gt; Controller.on_park -&gt; Model.park_vehicle -&gt; DAOs -&gt; DB.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Exit flow: UI button -&gt; Controller.on_exit -&gt; Model.exit_vehicle -&gt; payment + close ticket.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Refresh flow: Controller.refresh_all updates dashboard, ticket table, and reports.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Data model: vehicles, parking_spots, tickets tables with relations.</a:t>
            </a:r>
          </a:p>
        </p:txBody>
      </p:sp>
      <p:sp>
        <p:nvSpPr>
          <p:cNvPr id="4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7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5019" y="575593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1F2937"/>
                </a:solidFill>
              </a:defRPr>
            </a:pPr>
            <a:r>
              <a:rPr sz="2000" dirty="0">
                <a:solidFill>
                  <a:srgbClr val="1F2937"/>
                </a:solidFill>
                <a:latin typeface="Segoe UI"/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019" y="1186641"/>
            <a:ext cx="304245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rPr sz="2000" dirty="0">
                <a:solidFill>
                  <a:srgbClr val="1F2937"/>
                </a:solidFill>
                <a:latin typeface="Segoe UI"/>
              </a:rPr>
              <a:t>Live demo flow: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rPr sz="2000" dirty="0">
                <a:solidFill>
                  <a:srgbClr val="1F2937"/>
                </a:solidFill>
                <a:latin typeface="Segoe UI"/>
              </a:rPr>
              <a:t>1. Register vehicle entry and auto-assign spot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rPr sz="2000" dirty="0">
                <a:solidFill>
                  <a:srgbClr val="1F2937"/>
                </a:solidFill>
                <a:latin typeface="Segoe UI"/>
              </a:rPr>
              <a:t>2. Observe active ticket table and dashboard updates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rPr sz="2000" dirty="0">
                <a:solidFill>
                  <a:srgbClr val="1F2937"/>
                </a:solidFill>
                <a:latin typeface="Segoe UI"/>
              </a:rPr>
              <a:t>3. Register vehicle exit using ticket ID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rPr sz="2000" dirty="0">
                <a:solidFill>
                  <a:srgbClr val="1F2937"/>
                </a:solidFill>
                <a:latin typeface="Segoe UI"/>
              </a:rPr>
              <a:t>4. Verify payment calculation and spot release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rPr sz="2000" dirty="0">
                <a:solidFill>
                  <a:srgbClr val="1F2937"/>
                </a:solidFill>
                <a:latin typeface="Segoe UI"/>
              </a:rPr>
              <a:t>5. Refresh reports (occupancy, revenue, overdue tickets)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303" y="2200161"/>
            <a:ext cx="4513810" cy="2300420"/>
          </a:xfrm>
          <a:prstGeom prst="rect">
            <a:avLst/>
          </a:prstGeom>
          <a:ln w="25400">
            <a:solidFill>
              <a:srgbClr val="0E749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146368" y="4608774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200">
                <a:solidFill>
                  <a:srgbClr val="4B5563"/>
                </a:solidFill>
              </a:defRPr>
            </a:pPr>
            <a:r>
              <a:rPr sz="2000" dirty="0">
                <a:solidFill>
                  <a:srgbClr val="1F2937"/>
                </a:solidFill>
                <a:latin typeface="Segoe UI"/>
              </a:rPr>
              <a:t>Application screenshot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CDB7ACE-28DD-49E0-87B6-683401019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0" y="5925312"/>
            <a:ext cx="1005840" cy="731520"/>
          </a:xfrm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endParaRPr lang="ru-KG" sz="100" dirty="0"/>
          </a:p>
        </p:txBody>
      </p:sp>
      <p:sp>
        <p:nvSpPr>
          <p:cNvPr id="9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12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Aft>
                <a:spcPts val="600"/>
              </a:spcAft>
              <a:defRPr sz="3800" b="1">
                <a:solidFill>
                  <a:srgbClr val="1F2937"/>
                </a:solidFill>
              </a:defRPr>
            </a:pPr>
            <a:r>
              <a:rPr sz="3400" b="1">
                <a:solidFill>
                  <a:srgbClr val="0F172A"/>
                </a:solidFill>
                <a:latin typeface="Segoe UI"/>
              </a:rPr>
              <a:t>Feedback and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Feedback: improve input validation and exception handling in UI actions.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Action: added clear validation errors for vehicle type, plate, and parking hours.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Feedback: add analytics visibility for operations.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Action: implemented 6 reports (occupancy, revenue, overdue tickets, average duration).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Feedback: strengthen reliability with tests.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Action: added unit tests for park, exit, validation, and report availability.</a:t>
            </a:r>
          </a:p>
        </p:txBody>
      </p:sp>
      <p:sp>
        <p:nvSpPr>
          <p:cNvPr id="4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7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Aft>
                <a:spcPts val="600"/>
              </a:spcAft>
              <a:defRPr sz="3800" b="1">
                <a:solidFill>
                  <a:srgbClr val="1F2937"/>
                </a:solidFill>
              </a:defRPr>
            </a:pPr>
            <a:r>
              <a:rPr sz="3400" b="1">
                <a:solidFill>
                  <a:srgbClr val="0F172A"/>
                </a:solidFill>
                <a:latin typeface="Segoe UI"/>
              </a:rPr>
              <a:t>Project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Add authentication and role-based access (admin/operator).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Introduce reservation support and dynamic pricing policies.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Add payment integration (QR/card) and receipt export.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Migrate to layered package structure and add service abstractions.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Expand test coverage with integration and UI tests.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Provide cloud sync and web/mobile dashboard.</a:t>
            </a:r>
          </a:p>
        </p:txBody>
      </p:sp>
      <p:sp>
        <p:nvSpPr>
          <p:cNvPr id="4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7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Aft>
                <a:spcPts val="600"/>
              </a:spcAft>
              <a:defRPr sz="3800" b="1">
                <a:solidFill>
                  <a:srgbClr val="1F2937"/>
                </a:solidFill>
              </a:defRPr>
            </a:pPr>
            <a:r>
              <a:rPr sz="3400" b="1">
                <a:solidFill>
                  <a:srgbClr val="0F172A"/>
                </a:solidFill>
                <a:latin typeface="Segoe U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The project demonstrates OOP principles with MVC + DAO architecture.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Core parking workflows are implemented end-to-end with persistent storage.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GUI and reports make operations visible and manageable.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Automated tests confirm stability of key model logic.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rPr sz="2000">
                <a:solidFill>
                  <a:srgbClr val="1F2937"/>
                </a:solidFill>
                <a:latin typeface="Segoe UI"/>
              </a:rPr>
              <a:t>The system is ready for iterative improvements and feature expansion.</a:t>
            </a:r>
          </a:p>
        </p:txBody>
      </p:sp>
      <p:sp>
        <p:nvSpPr>
          <p:cNvPr id="4" name="CopilotStyleTopBar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pilotStyleBottomBar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pilotStyleFooter"/>
          <p:cNvSpPr txBox="1"/>
          <p:nvPr/>
        </p:nvSpPr>
        <p:spPr>
          <a:xfrm>
            <a:off x="274320" y="6684264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Segoe UI"/>
              </a:defRPr>
            </a:pPr>
            <a:r>
              <a:t>Parking Management System</a:t>
            </a:r>
          </a:p>
        </p:txBody>
      </p:sp>
      <p:sp>
        <p:nvSpPr>
          <p:cNvPr id="7" name="CopilotStyleSlideNum"/>
          <p:cNvSpPr txBox="1"/>
          <p:nvPr/>
        </p:nvSpPr>
        <p:spPr>
          <a:xfrm>
            <a:off x="8229600" y="6684264"/>
            <a:ext cx="731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640</Words>
  <Application>Microsoft Office PowerPoint</Application>
  <PresentationFormat>On-screen Show (4:3)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Parking Management System</vt:lpstr>
      <vt:lpstr>Introduction</vt:lpstr>
      <vt:lpstr>Project Requirements (1/2)</vt:lpstr>
      <vt:lpstr>Project Requirements (2/2)</vt:lpstr>
      <vt:lpstr>Code Overview</vt:lpstr>
      <vt:lpstr>Code Flow</vt:lpstr>
      <vt:lpstr>PowerPoint Presentation</vt:lpstr>
      <vt:lpstr>Feedback and Actions</vt:lpstr>
      <vt:lpstr>Project Improvement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 Management System</dc:title>
  <dc:subject/>
  <dc:creator/>
  <cp:keywords/>
  <dc:description>generated using python-pptx</dc:description>
  <cp:lastModifiedBy>LanN Silence</cp:lastModifiedBy>
  <cp:revision>3</cp:revision>
  <dcterms:created xsi:type="dcterms:W3CDTF">2013-01-27T09:14:16Z</dcterms:created>
  <dcterms:modified xsi:type="dcterms:W3CDTF">2026-04-22T17:43:50Z</dcterms:modified>
  <cp:category/>
</cp:coreProperties>
</file>